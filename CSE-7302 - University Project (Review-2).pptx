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74" r:id="rId4"/>
    <p:sldId id="282" r:id="rId5"/>
    <p:sldId id="283" r:id="rId6"/>
    <p:sldId id="284" r:id="rId7"/>
    <p:sldId id="286" r:id="rId8"/>
    <p:sldId id="275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69" r:id="rId17"/>
    <p:sldId id="272" r:id="rId18"/>
    <p:sldId id="280" r:id="rId19"/>
    <p:sldId id="273" r:id="rId20"/>
    <p:sldId id="281" r:id="rId21"/>
    <p:sldId id="268" r:id="rId22"/>
    <p:sldId id="26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Development of a Digital Farm Management Portal for implementing Biosecurity measures in Pig and Poultry Farms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CSE_100</a:t>
            </a:r>
            <a:endParaRPr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Poonam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64095961"/>
              </p:ext>
            </p:extLst>
          </p:nvPr>
        </p:nvGraphicFramePr>
        <p:xfrm>
          <a:off x="553347" y="2721840"/>
          <a:ext cx="5346963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13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20221CSE0454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Yanamala Jaswanth Reddy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20221CSE0506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Amaregouda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20221CSE0451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Purohith Satyanarayana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Muthuraju V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87878"/>
            <a:ext cx="10668000" cy="4482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Timeline (Gantt Chart)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393291" y="1230298"/>
            <a:ext cx="11405418" cy="516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Pig and poultry farms are highly vulnerable to infectious disease outbreaks due to inadequate biosecurity practices.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Many farms continue to rely on manual record-keeping and unstructured monitoring of livestock health, hygiene, and sanitation activities.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The absence of systematic documentation makes it difficult to detect biosecurity breaches at an early stage.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Small and marginal farmers often lack access to simple digital tools that support biosecurity compliance and disease prevention.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Existing digital solutions are either too complex, costly, or not tailored to farm-level biosecurity implementation.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There is a need for a user-friendly digital platform that enables pig and poultry farmers to implement, monitor, and sustain biosecurity measures effectively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BA6F-247D-2329-333A-53807F8F0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Abstract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D64ED-B50B-E1F0-012A-62C6B1CA3B1F}"/>
              </a:ext>
            </a:extLst>
          </p:cNvPr>
          <p:cNvSpPr txBox="1"/>
          <p:nvPr/>
        </p:nvSpPr>
        <p:spPr>
          <a:xfrm>
            <a:off x="812800" y="1582340"/>
            <a:ext cx="10668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The Problem: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Small-scale Pig and Poultry farms in India are highly vulnerable to disease outbreaks due to manual record-keeping and lack of biosecurity awareness. Expensive IoT solutions are not feasible for these farmers.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The Solution: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We are developing a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Biosecurity Management Portal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using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Node.js, Express, and MySQL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. It replaces paper registers with a digital system that tracks livestock health, inventory, and hygiene compliance.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Key Approach: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The system provides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dual-species management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(Pig &amp; Poultry) and uses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rule-based logic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to alert farmers about missed vaccinations or biosecurity lapses.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Outcome: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To empower rural farmers with a simple, low-cost digital tool that ensures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978625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2D4F-A0BC-4A7D-5D46-D88E82C0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8B599B-5DEB-3E49-BE37-53C1491AD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029385"/>
              </p:ext>
            </p:extLst>
          </p:nvPr>
        </p:nvGraphicFramePr>
        <p:xfrm>
          <a:off x="762000" y="1018867"/>
          <a:ext cx="10668000" cy="482641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49090157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89239516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86580657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44646042"/>
                    </a:ext>
                  </a:extLst>
                </a:gridCol>
              </a:tblGrid>
              <a:tr h="438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Source &amp; Year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Paper Title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Key Inference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Research Gap / Limitation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469605"/>
                  </a:ext>
                </a:extLst>
              </a:tr>
              <a:tr h="1667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[IEEE]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b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Padua, J.N., et al. </a:t>
                      </a: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(2024)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IoT-Based Smart Poultry Farming: Enhancing Security and Monitoring for High-Quality Production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Proposed a system to control exhaust fans and alert owners about Ammonia levels (&gt;7ppm) using networked sensors.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Hardware Cost:</a:t>
                      </a: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Relies on expensive sensors for ammonia/temp, which is not affordable for small Indian farmers.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359273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[IEEE]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b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Shaik, M., et al. </a:t>
                      </a: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(2024)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Eco-efficient Poultry Farms: Leveraging IoT for Sustainable Production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Integrated RFID tags for tracking individual bird health and smart feeders for automated nutrition.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Scalability:</a:t>
                      </a: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Tagging individual birds with RFID is financially impossible for farms with thousands of birds.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980300"/>
                  </a:ext>
                </a:extLst>
              </a:tr>
              <a:tr h="1360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[Springer]</a:t>
                      </a: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br>
                        <a:rPr lang="da-DK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da-DK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Singh, V., et al. </a:t>
                      </a:r>
                      <a:r>
                        <a:rPr lang="da-DK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(2024)</a:t>
                      </a: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Awareness and adoption of farm biosecurity practices in commercial dairy, pig and poultry farms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Surveyed farms to find that "Knowledge Level" is the biggest factor in biosecurity adoption (not just money).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 Tool Proposed: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Identifies the lack of knowledge but offers no digital tool to educate or guide the farmer.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750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42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E7D405-943B-58ED-B1D8-6744791F2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443201"/>
              </p:ext>
            </p:extLst>
          </p:nvPr>
        </p:nvGraphicFramePr>
        <p:xfrm>
          <a:off x="812800" y="1130710"/>
          <a:ext cx="10668000" cy="461133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41081564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55114822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8526051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40067257"/>
                    </a:ext>
                  </a:extLst>
                </a:gridCol>
              </a:tblGrid>
              <a:tr h="1537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[IEEE]</a:t>
                      </a: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br>
                        <a:rPr lang="da-DK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da-DK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Bagyam, L.N., et al. </a:t>
                      </a:r>
                      <a:r>
                        <a:rPr lang="da-DK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(2024)</a:t>
                      </a: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Implementation of Temperature and Moisture Controller in Poultry Using IoT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Designed a microcontroller-based system to automatically mist/cool the shed when temperature exceeds 35°C.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Automation Focused:</a:t>
                      </a: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Focuses purely on climate automation, ignoring disease logging or mortality tracking.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938319"/>
                  </a:ext>
                </a:extLst>
              </a:tr>
              <a:tr h="1537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[Springer]</a:t>
                      </a: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br>
                        <a:rPr lang="da-DK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da-DK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Bernaerdt, E., et al. </a:t>
                      </a:r>
                      <a:r>
                        <a:rPr lang="da-DK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(2023)</a:t>
                      </a: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Optimizing internal biosecurity on pig farms by assessing movements of farm staff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Tracked staff movements to prove that "Dirty Zone" violations are the main cause of disease spread in piggeries.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Complex Tracking:</a:t>
                      </a: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Requires wearable trackers for staff; does not provide a simple mobile logbook solution.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540645"/>
                  </a:ext>
                </a:extLst>
              </a:tr>
              <a:tr h="1537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[IEEE]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b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Jayapoorani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S. </a:t>
                      </a:r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(2024)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Smart Farming: IoT-Based Monitoring and Automated Ventilation in Poultry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Utilized Wi-Fi microcontrollers to enable remote monitoring of farm ventilation systems via a cloud dashboard.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Connectivity: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Relies on continuous high-speed Wi-Fi, which is often unreliable in remote Indian villages.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023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082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A47912-E19D-8690-5304-A58D5E091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975174"/>
              </p:ext>
            </p:extLst>
          </p:nvPr>
        </p:nvGraphicFramePr>
        <p:xfrm>
          <a:off x="812800" y="1071717"/>
          <a:ext cx="10668000" cy="505378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150934187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69880237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92821772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370609858"/>
                    </a:ext>
                  </a:extLst>
                </a:gridCol>
              </a:tblGrid>
              <a:tr h="1195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[Springer]</a:t>
                      </a: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br>
                        <a:rPr lang="da-DK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da-DK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Galipo, E., et al. </a:t>
                      </a:r>
                      <a:r>
                        <a:rPr lang="da-DK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(2023)</a:t>
                      </a: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Prioritization of pig farm biosecurity for control of Salmonella and Hepatitis E virus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Ranked "Cleaning and Disinfection" as the #1 most effective measure against Salmonella in pig farms.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Theoretical:</a:t>
                      </a: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Provides a ranking of rules but no software interface to ensure farmers actually follow them.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656020"/>
                  </a:ext>
                </a:extLst>
              </a:tr>
              <a:tr h="1465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[IEEE]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b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Tong, Q., et al. </a:t>
                      </a: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(2024)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Edge AI-Enabled Chicken Health Detection Based on Enhanced FCOS-Lite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Used Edge AI cameras to detect sick chickens in real-time by analyzing their movement patterns.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Compute:</a:t>
                      </a: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Edge AI requires expensive processors (GPUs) on-site, making it inaccessible for low-budget farms.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412197"/>
                  </a:ext>
                </a:extLst>
              </a:tr>
              <a:tr h="1195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[Springer]</a:t>
                      </a: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br>
                        <a:rPr lang="da-DK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da-DK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More, S.J., et al. </a:t>
                      </a:r>
                      <a:r>
                        <a:rPr lang="da-DK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(2023)</a:t>
                      </a:r>
                      <a:endParaRPr lang="da-DK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Temporal trends in biosecurity in Irish pig herds using a standardized scoring system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Analyzed biosecurity scores over 5 years, finding that "Internal Biosecurity" (staff hygiene) is often neglected.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Manual Scoring:</a:t>
                      </a: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Relied on manual audits by experts, whereas our portal allows farmers to self-assess daily.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534837"/>
                  </a:ext>
                </a:extLst>
              </a:tr>
              <a:tr h="1195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[IEEE]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b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Susanto, F., et al. </a:t>
                      </a:r>
                      <a:r>
                        <a:rPr lang="en-US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(2023)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Design of a Temperature and Humidity Monitoring System in Broiler Farms Using Thingspeak</a:t>
                      </a:r>
                      <a:endParaRPr lang="en-US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Created a cloud-based logger for broiler farm data using the ThingSpeak IoT platform.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Single Species: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Designed exclusively for Broilers; cannot be used by farmers who raise both Pigs and Poultry.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276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16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5BBCB-2B96-4C75-C65B-20EDE4B56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A3690-AF08-7CCF-6EDE-9A69F72C5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Primary Objective :</a:t>
            </a: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To design and develop a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Digital Farm Management Portal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that supports the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implementation and monitoring of biosecurity measures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in pig and poultry farms.</a:t>
            </a:r>
          </a:p>
          <a:p>
            <a:pPr marL="76200" indent="0">
              <a:buNone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Secondary Objectives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To maintain structured digital records of pig and poultry batches for traceability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To document and monitor health, vaccination, and sanitation activities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To support biosecurity compliance through systematic record-keeping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To reduce dependency on manual farm logs and paperwork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To improve disease prevention and farm-level biosecurity awareness</a:t>
            </a:r>
          </a:p>
          <a:p>
            <a:pPr marL="7620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235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AF7EE-5713-E9AB-60A9-AFE38DE1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AB838-BEBB-A6A0-1C0F-9DD351E28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493274"/>
            <a:ext cx="10668000" cy="3871451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Method 1: Manual Record Keeping (Logbooks)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Current Practice: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Farmers write daily mortality counts, feed usage, and vaccination dates in physical paper registers.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Drawbacks: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Data Vulnerability: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Registers are easily lost, damaged by farm conditions (water/dust), or eaten by pests.</a:t>
            </a:r>
          </a:p>
          <a:p>
            <a:pPr lvl="1"/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Zero Analytics: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You cannot search history or see trends. A farmer cannot easily answer, </a:t>
            </a:r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"Did mortality spike this time last year?"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Human Error: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Calculation mistakes in feed ratios or mortality percentages are common.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033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4AEB3E7-5BCF-7F4A-398D-16DD1A452C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2634" y="1000835"/>
            <a:ext cx="10936748" cy="5178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2. Legacy Desktop Software / Spreadsheets: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Method: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Using Excel sheets or offline software installed on a single farmhouse computer.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Drawback: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 Mobility: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Data is trapped on one device; farmers cannot enter data while inside the shed.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Passive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It only stores numbers; it does not trigger active alerts (e.g., "High Risk") based on the data.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 Vet Access: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 remote veterinarian cannot view the farm's status in real-time.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3. Generic Farm Apps: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Method: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Using general mobile apps designed for Agriculture (Crops) or Dairy.</a:t>
            </a:r>
          </a:p>
          <a:p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Drawback: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They lack the specific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Biosecurity &amp; Hygiene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inputs required for Pig and Poultry farms (e.g., "Clean/Dirty Zone" tracking).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60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94809-B18E-530B-CD67-F9144AC9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631E4-3074-7D94-6BD3-9F9213811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409700"/>
            <a:ext cx="9058787" cy="4038599"/>
          </a:xfrm>
        </p:spPr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Proposed Method</a:t>
            </a:r>
          </a:p>
          <a:p>
            <a:pPr marL="76200" indent="0">
              <a:buNone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Web-based biosecurity-focused farm management portal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Modules for livestock batches, biosecurity checklists, health records, and incidents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Biosecurity risk scoring and compliance status generation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Role-based controlled access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Feasibility</a:t>
            </a:r>
          </a:p>
          <a:p>
            <a:pPr marL="76200" indent="0">
              <a:buNone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Technical: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Implemented using standard web technologies</a:t>
            </a: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Economic: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Low-cost, no specialized hardware required</a:t>
            </a: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Operational: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Simple UI suitable for rural environments</a:t>
            </a: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Scalability: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Can be extended for regional deployment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271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9774-073B-57B1-8021-BC05411AB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CB8A6-7292-03DC-CFE6-DDF0127EB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042064"/>
            <a:ext cx="106680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0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D3011-CF81-2CCC-BE0D-911ECE2C3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2129" y="1306462"/>
            <a:ext cx="10668000" cy="4245076"/>
          </a:xfrm>
        </p:spPr>
        <p:txBody>
          <a:bodyPr>
            <a:normAutofit fontScale="70000" lnSpcReduction="20000"/>
          </a:bodyPr>
          <a:lstStyle/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1.End User Layer</a:t>
            </a: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533400" indent="-457200">
              <a:buAutoNum type="arabicPeriod"/>
            </a:pP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The system caters to three distinct roles: 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Farmers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 (for data entry), 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Veterinary Officers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 (for monitoring), and 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System Administrators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 (for user management).</a:t>
            </a:r>
          </a:p>
          <a:p>
            <a:pPr marL="76200" indent="0">
              <a:buNone/>
            </a:pPr>
            <a:endParaRPr lang="en-US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Users access the portal via standard HTTP requests from any web-enabled device.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2. Frontend Layer (Presentation)</a:t>
            </a: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7620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Built using 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HTML, CSS, and JavaScript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 to ensure a lightweight and fast-loading interface for rural connections.</a:t>
            </a:r>
          </a:p>
          <a:p>
            <a:pPr marL="76200" indent="0">
              <a:buNone/>
            </a:pPr>
            <a:endParaRPr lang="en-US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Key Interface Modules:</a:t>
            </a:r>
            <a:endParaRPr lang="en-US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Farm Registration: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 Onboarding new pig/poultry units.</a:t>
            </a:r>
          </a:p>
          <a:p>
            <a:pPr lvl="1"/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Batch Management: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 Tracking specific livestock groups.</a:t>
            </a:r>
          </a:p>
          <a:p>
            <a:pPr lvl="1"/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Biosecurity Checklist: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 Daily forms for hygiene compliance.</a:t>
            </a: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696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1953B-0215-F16B-EE0D-9A407A904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2296" y="1473610"/>
            <a:ext cx="10668000" cy="3910780"/>
          </a:xfrm>
        </p:spPr>
        <p:txBody>
          <a:bodyPr>
            <a:normAutofit fontScale="92500" lnSpcReduction="10000"/>
          </a:bodyPr>
          <a:lstStyle/>
          <a:p>
            <a:pPr marL="7620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3. Backend Layer (Business Logic):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Powered by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Node.js and Express.js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this layer handles the core processing.</a:t>
            </a: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Risk Scoring Engine: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Processes user inputs to calculate real-time Biosecurity Risk Scores.</a:t>
            </a: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Compliance Evaluation: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Automatically checks if vaccination schedules and hygiene protocols are being met.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4. Database Layer (Storage):</a:t>
            </a: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We utilize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MySQL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for structured, relational data storage.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It securely stores critical records including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Farm Information, Health &amp; Vaccination Logs,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Incident Reports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The backend communicates with the database using efficient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SQL Queries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6200" indent="0">
              <a:buNone/>
            </a:pPr>
            <a:endParaRPr lang="en-US" sz="1800" dirty="0"/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10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04352-3168-5826-8483-9A74CEEB3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22BB07-07E8-7C1B-5339-CEE73E16A7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034464"/>
            <a:ext cx="1097391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 Registration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Onboards new farms into the system and configures specific zones like poultry sheds or pig units for organized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Pig &amp; Poultry Batch Management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Tracks the complete lifecycle of specific livestock groups, monitoring age, breed, and daily headcount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Biosecurity Checklist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daily digital forms for farmers to verify adherence to critical hygiene protocols, such as footbath usage and visitor sanitation.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&amp; Vaccination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Maintains a digital logbook for scheduling upcoming vaccines and recording daily sickness or mortality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Biosecurity Risk Scoring Module: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Processes farm data through a backend logic engine to calculate a real-time "Risk Score" (Low, Medium, or High).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Incident Logging Module: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Captures critical events such as biosecurity breaches, sudden mortality spikes, or disease outbreaks for historical auditing.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Compliance Status Module: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Visualizes overall adherence to safety standards, instantly flagging farms that are failing to meet mandatory biosecurity protocols.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32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32379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 : </a:t>
            </a: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SIH25006 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985684"/>
            <a:ext cx="10668000" cy="587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There is an urgent need for a user-friendly, digital platform that empowers farmers to implement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monitor, and sustain robust biosecurity practices on their farms.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Customizable risk assessment tools based on local epidemiological conditions.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• Interactive training modules and best practice guidelines tailored for pig and poultry production systems.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• Compliance tracking features aligned with regulatory frameworks to help farmers work toward disease-free compartment recognition.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• Real-time alerts and monitoring dashboards for disease outbreaks and biosecurity breaches.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• Multilingual and mobile-first design to ensure accessibility in remote and rural areas.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Operating System: Windows / Linux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Frontend Technologies: HTML, CSS, Vanilla JavaScript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Backend Technology: Node.js with Express.js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Database: MySQL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Development Tool: Visual Studio Code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Version Control: Git and GitHub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Web Browser: Google Chrome / Mozilla Firefox</a:t>
            </a:r>
          </a:p>
          <a:p>
            <a:pPr marL="76200" indent="0">
              <a:buNone/>
            </a:pP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Hardware Requirements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Processor: Intel Core i3 or higher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RAM: Minimum 8 GB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Storage: Minimum 256 GB HDD/SSD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Internet Connectivity: Required for development and updates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89057-3E12-16D5-40E4-ECAAD55F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Project(Gantt Chart)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E3CF6-04C7-6565-8149-67419C350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Phase wise Reviews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ADAACC-FB44-21CD-3600-42230B418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935253"/>
              </p:ext>
            </p:extLst>
          </p:nvPr>
        </p:nvGraphicFramePr>
        <p:xfrm>
          <a:off x="1858295" y="1848465"/>
          <a:ext cx="9065343" cy="3768210"/>
        </p:xfrm>
        <a:graphic>
          <a:graphicData uri="http://schemas.openxmlformats.org/drawingml/2006/table">
            <a:tbl>
              <a:tblPr/>
              <a:tblGrid>
                <a:gridCol w="3021781">
                  <a:extLst>
                    <a:ext uri="{9D8B030D-6E8A-4147-A177-3AD203B41FA5}">
                      <a16:colId xmlns:a16="http://schemas.microsoft.com/office/drawing/2014/main" val="3572232635"/>
                    </a:ext>
                  </a:extLst>
                </a:gridCol>
                <a:gridCol w="3021781">
                  <a:extLst>
                    <a:ext uri="{9D8B030D-6E8A-4147-A177-3AD203B41FA5}">
                      <a16:colId xmlns:a16="http://schemas.microsoft.com/office/drawing/2014/main" val="2838510854"/>
                    </a:ext>
                  </a:extLst>
                </a:gridCol>
                <a:gridCol w="3021781">
                  <a:extLst>
                    <a:ext uri="{9D8B030D-6E8A-4147-A177-3AD203B41FA5}">
                      <a16:colId xmlns:a16="http://schemas.microsoft.com/office/drawing/2014/main" val="2544617537"/>
                    </a:ext>
                  </a:extLst>
                </a:gridCol>
              </a:tblGrid>
              <a:tr h="6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Start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End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430147"/>
                  </a:ext>
                </a:extLst>
              </a:tr>
              <a:tr h="6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Review-1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10-01-2026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16-01-2026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764938"/>
                  </a:ext>
                </a:extLst>
              </a:tr>
              <a:tr h="6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Review-2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31-01-2026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06-02-2026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928023"/>
                  </a:ext>
                </a:extLst>
              </a:tr>
              <a:tr h="6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Review-3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28-02-2026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06-03-2026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142068"/>
                  </a:ext>
                </a:extLst>
              </a:tr>
              <a:tr h="6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Review-4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03-04-2026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09-04-2026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714911"/>
                  </a:ext>
                </a:extLst>
              </a:tr>
              <a:tr h="6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Final Viva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20-04-2026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26-04-2026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143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789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Frontend</a:t>
            </a:r>
          </a:p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HTML – Structure of the web pages</a:t>
            </a:r>
          </a:p>
          <a:p>
            <a:pPr marL="762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CSS – Styling and layout for user-friendly interfaces</a:t>
            </a:r>
          </a:p>
          <a:p>
            <a:pPr marL="762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Vanilla JavaScript – Client-side validation and interaction</a:t>
            </a:r>
          </a:p>
          <a:p>
            <a:pPr marL="7620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Backend</a:t>
            </a:r>
          </a:p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Node.js – Server-side logic and request handling</a:t>
            </a:r>
          </a:p>
          <a:p>
            <a:pPr marL="762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Express.js – RESTful API development for farm data processing</a:t>
            </a:r>
          </a:p>
          <a:p>
            <a:pPr marL="7620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</a:p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MySQL – Relational database for storing livestock, health, and biosecurity records       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90A8C-EF7A-A8B3-D40E-E1088101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References(IEEE Format)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C1869-C422-A032-E192-C28D36307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[1] Food and Agriculture Organization of the United Nations (FAO),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Biosecurity for Highly Pathogenic Avian Influenza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FAO Animal Production and Health Manual, Rome, Italy, 2020.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[2] World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Organisation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Animal Health (WOAH),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Terrestrial Animal Health Code: Biosecurity Procedures in Poultry and Pig Production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Paris, France, 2022.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[3] J. Rushton, “The economics of animal health and biosecurity,”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Revue Scientifique et Technique (OIE)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vol. 36, no. 2, pp. 385–398, 2019.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[4] S. Patel and M. Verma, “Web-based farm management systems for disease prevention in poultry farms,”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Journal of Animal Health and Production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vol. 9, no. 3, pp. 112–118, 2020.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[5] Ministry of Fisheries, Animal Husbandry and Dairying, Government of India,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National Action Plan for Prevention, Control and Containment of Avian Influenza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New Delhi, India, 2021.</a:t>
            </a: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697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2278</Words>
  <Application>Microsoft Office PowerPoint</Application>
  <PresentationFormat>Widescreen</PresentationFormat>
  <Paragraphs>299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Cambria</vt:lpstr>
      <vt:lpstr>Verdana</vt:lpstr>
      <vt:lpstr>Wingdings</vt:lpstr>
      <vt:lpstr>Bioinformatics</vt:lpstr>
      <vt:lpstr>Development of a Digital Farm Management Portal for implementing Biosecurity measures in Pig and Poultry Farms</vt:lpstr>
      <vt:lpstr>Content</vt:lpstr>
      <vt:lpstr>Analysis of Problem Statement</vt:lpstr>
      <vt:lpstr>Abstract</vt:lpstr>
      <vt:lpstr>Literature Survey</vt:lpstr>
      <vt:lpstr>PowerPoint Presentation</vt:lpstr>
      <vt:lpstr>PowerPoint Presentation</vt:lpstr>
      <vt:lpstr>Objectives</vt:lpstr>
      <vt:lpstr>Existing Methods and Drawbacks</vt:lpstr>
      <vt:lpstr>PowerPoint Presentation</vt:lpstr>
      <vt:lpstr>Proposed Method &amp; Feasibility Study</vt:lpstr>
      <vt:lpstr>Architecture Diagram</vt:lpstr>
      <vt:lpstr>PowerPoint Presentation</vt:lpstr>
      <vt:lpstr>PowerPoint Presentation</vt:lpstr>
      <vt:lpstr>Modules</vt:lpstr>
      <vt:lpstr>Problem Statement Number : SIH25006 </vt:lpstr>
      <vt:lpstr>Software and Hardware Requirements</vt:lpstr>
      <vt:lpstr>Timeline of the Project(Gantt Chart)</vt:lpstr>
      <vt:lpstr>Analysis of Problem Statement</vt:lpstr>
      <vt:lpstr>References(IEEE Format)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Jaswanth Reddy</cp:lastModifiedBy>
  <cp:revision>43</cp:revision>
  <dcterms:modified xsi:type="dcterms:W3CDTF">2026-01-21T06:03:32Z</dcterms:modified>
</cp:coreProperties>
</file>